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D4AF37"/>
                </a:solidFill>
                <a:latin typeface="Arial"/>
              </a:defRPr>
            </a:pPr>
            <a:r>
              <a:t>Elevating the TLS Brand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5F5F5"/>
                </a:solidFill>
                <a:latin typeface="Arial"/>
              </a:defRPr>
            </a:pPr>
            <a:r>
              <a:t>A Strategic Web Redesign Proposal</a:t>
            </a:r>
          </a:p>
          <a:p>
            <a:r>
              <a:t>Prepared by DI Infotech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Executive Summary: Reimagining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t>Objective: Transform from functional portal to luxury brand experience.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Current State: Functional but visually dated; inconsistent navigation.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Proposed State: Premium 'Gold &amp; Black' aesthetic building trust.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Key Outcome: Increased inquiry rates and stronger brand perception.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The Why: Analyzing the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t>First Impressions Matter: Users decide in 0.05 seconds.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Mobile-First World: Over 60% of property searches are on mobile.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Navigation Friction: Eliminating dead ends and confusing flows.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Brand Alignment: Your service is premium; your site must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Design Language: Modern Opulence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t>Palette: Deep Carbon (#0a0a0a) &amp; Metallic Gold (#D4AF37).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Black communicates authority.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Gold signals prestige.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Typography: 'Playfair Display' (Elegant) + 'Montserrat' (Clean).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Visuals: Cinematic video hero and high-contrast imagery.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Core Improvements: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t>Unified Navigation: Fixed menu structure with clear dropdowns.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Dedicated Sub-Pages: SEO optimized pages for: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For Lease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Request Appraisal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Partner Network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Interactive Forms: Replaced email links with user-friendly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Streamlining the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t>Property Management Ecosystem: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Request Appraisal: Friction-less lead capture.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For Lease: Visual grid (no more text lists).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Rental Application: Step-by-step guidance.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Partner Network:</a:t>
            </a:r>
          </a:p>
          <a:p>
            <a:pPr lvl="1">
              <a:defRPr sz="2000">
                <a:solidFill>
                  <a:srgbClr val="F5F5F5"/>
                </a:solidFill>
              </a:defRPr>
            </a:pPr>
            <a:r>
              <a:t>Dedicated cards showcasing mortgage, legal, and builder partners.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Technical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t>Sub-Second Load Times: optimized for Core Web Vitals.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Zero Bloat: Pure HTML5/CSS3 without heavy plugins.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Security: Static architecture removes 99% of hack vectors.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Responsiveness: Flawless display on all devices.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SEO &amp; Discovery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t>On-Page Optimization: Targeting 'Property Management Canberra'.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Mobile-Indexing: 100% responsive design boosts rankings.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Structured Data: Schema.org markup for rich snippets.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4AF37"/>
                </a:solidFill>
                <a:latin typeface="Arial"/>
              </a:defRPr>
            </a:pPr>
            <a:r>
              <a:t>Deployment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/>
          <a:lstStyle/>
          <a:p>
            <a:pPr>
              <a:defRPr sz="2400">
                <a:solidFill>
                  <a:srgbClr val="F5F5F5"/>
                </a:solidFill>
              </a:defRPr>
            </a:pPr>
            <a:r>
              <a:t>1. Staging Review: Review the live link provided.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2. Content Population: Add real property listings.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3. Domain Switch: Point domain to new high-speed server.</a:t>
            </a:r>
          </a:p>
          <a:p>
            <a:pPr>
              <a:defRPr sz="2400">
                <a:solidFill>
                  <a:srgbClr val="F5F5F5"/>
                </a:solidFill>
              </a:defRPr>
            </a:pPr>
            <a:r>
              <a:t>4. Go Live: Launch SEO campaign.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